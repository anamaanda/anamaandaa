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Bright Motors Car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Head of Sales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Objectives:</a:t>
            </a:r>
          </a:p>
          <a:p>
            <a:r>
              <a:t>- Identify revenue leaders</a:t>
            </a:r>
          </a:p>
          <a:p>
            <a:r>
              <a:t>- Analyse sales trends</a:t>
            </a:r>
          </a:p>
          <a:p>
            <a:r>
              <a:t>- Regional performance</a:t>
            </a:r>
          </a:p>
          <a:p>
            <a:r>
              <a:t>- Customer preference trends</a:t>
            </a:r>
          </a:p>
          <a:p>
            <a:r>
              <a:t>-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